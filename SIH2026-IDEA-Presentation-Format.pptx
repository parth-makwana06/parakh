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380410" cy="4040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b="1" dirty="0">
                <a:solidFill>
                  <a:srgbClr val="1B365D"/>
                </a:solidFill>
              </a:rPr>
              <a:t>• Problem Statement ID –</a:t>
            </a:r>
            <a:r>
              <a:rPr lang="en-US" b="1" dirty="0">
                <a:solidFill>
                  <a:srgbClr val="1E293B"/>
                </a:solidFill>
              </a:rPr>
              <a:t> 26034</a:t>
            </a:r>
          </a:p>
          <a:p>
            <a:pPr>
              <a:spcAft>
                <a:spcPts val="1000"/>
              </a:spcAft>
            </a:pPr>
            <a:r>
              <a:rPr lang="en-US" b="1" dirty="0">
                <a:solidFill>
                  <a:srgbClr val="1B365D"/>
                </a:solidFill>
              </a:rPr>
              <a:t>• Problem Statement Title –</a:t>
            </a:r>
            <a:r>
              <a:rPr lang="en-US" dirty="0">
                <a:solidFill>
                  <a:srgbClr val="1E293B"/>
                </a:solidFill>
              </a:rPr>
              <a:t> Software System to check compliance of Packaged Commodities under Legal Metrology(Packaged Commodities) Rules, 2011 by scanning products, images and labels.</a:t>
            </a:r>
          </a:p>
          <a:p>
            <a:pPr>
              <a:spcAft>
                <a:spcPts val="1000"/>
              </a:spcAft>
            </a:pPr>
            <a:r>
              <a:rPr lang="en-US" b="1" dirty="0">
                <a:solidFill>
                  <a:srgbClr val="1B365D"/>
                </a:solidFill>
              </a:rPr>
              <a:t>• Theme –</a:t>
            </a:r>
            <a:r>
              <a:rPr lang="en-US" b="1" dirty="0">
                <a:solidFill>
                  <a:srgbClr val="1E293B"/>
                </a:solidFill>
              </a:rPr>
              <a:t> Agriculture, </a:t>
            </a:r>
            <a:r>
              <a:rPr lang="en-US" b="1" dirty="0" err="1">
                <a:solidFill>
                  <a:srgbClr val="1E293B"/>
                </a:solidFill>
              </a:rPr>
              <a:t>FoodTech</a:t>
            </a:r>
            <a:r>
              <a:rPr lang="en-US" b="1" dirty="0">
                <a:solidFill>
                  <a:srgbClr val="1E293B"/>
                </a:solidFill>
              </a:rPr>
              <a:t> &amp; Rural Development</a:t>
            </a:r>
          </a:p>
          <a:p>
            <a:pPr>
              <a:spcAft>
                <a:spcPts val="1000"/>
              </a:spcAft>
            </a:pPr>
            <a:r>
              <a:rPr lang="en-US" b="1" dirty="0">
                <a:solidFill>
                  <a:srgbClr val="1B365D"/>
                </a:solidFill>
              </a:rPr>
              <a:t>• PS Category –</a:t>
            </a:r>
            <a:r>
              <a:rPr lang="en-US" b="1" dirty="0">
                <a:solidFill>
                  <a:srgbClr val="1E293B"/>
                </a:solidFill>
              </a:rPr>
              <a:t> Software</a:t>
            </a:r>
          </a:p>
          <a:p>
            <a:pPr>
              <a:spcAft>
                <a:spcPts val="1000"/>
              </a:spcAft>
            </a:pPr>
            <a:r>
              <a:rPr lang="en-US" b="1" dirty="0">
                <a:solidFill>
                  <a:srgbClr val="1B365D"/>
                </a:solidFill>
              </a:rPr>
              <a:t>• Organization / Dept –</a:t>
            </a:r>
            <a:r>
              <a:rPr lang="en-US" dirty="0">
                <a:solidFill>
                  <a:srgbClr val="1E293B"/>
                </a:solidFill>
              </a:rPr>
              <a:t> Ministry of Consumer Affairs, Food &amp; Public Distribution (</a:t>
            </a:r>
            <a:r>
              <a:rPr lang="en-US" dirty="0" err="1">
                <a:solidFill>
                  <a:srgbClr val="1E293B"/>
                </a:solidFill>
              </a:rPr>
              <a:t>DoCA</a:t>
            </a:r>
            <a:r>
              <a:rPr lang="en-US" dirty="0">
                <a:solidFill>
                  <a:srgbClr val="1E293B"/>
                </a:solidFill>
              </a:rPr>
              <a:t>)</a:t>
            </a:r>
          </a:p>
          <a:p>
            <a:pPr>
              <a:spcAft>
                <a:spcPts val="1000"/>
              </a:spcAft>
            </a:pPr>
            <a:r>
              <a:rPr lang="en-US" b="1" dirty="0">
                <a:solidFill>
                  <a:srgbClr val="1B365D"/>
                </a:solidFill>
              </a:rPr>
              <a:t>• Team ID –</a:t>
            </a:r>
            <a:r>
              <a:rPr lang="en-US" dirty="0">
                <a:solidFill>
                  <a:srgbClr val="1E293B"/>
                </a:solidFill>
              </a:rPr>
              <a:t> [Enter Registered Team ID]</a:t>
            </a:r>
          </a:p>
          <a:p>
            <a:pPr>
              <a:spcAft>
                <a:spcPts val="1000"/>
              </a:spcAft>
            </a:pPr>
            <a:r>
              <a:rPr lang="en-US" b="1" dirty="0">
                <a:solidFill>
                  <a:srgbClr val="1B365D"/>
                </a:solidFill>
              </a:rPr>
              <a:t>• Team Name (Registered on portal) –</a:t>
            </a:r>
            <a:r>
              <a:rPr lang="en-US" b="1" dirty="0">
                <a:solidFill>
                  <a:srgbClr val="EA580C"/>
                </a:solidFill>
              </a:rPr>
              <a:t> </a:t>
            </a:r>
            <a:r>
              <a:rPr lang="en-US" b="1" dirty="0" err="1">
                <a:solidFill>
                  <a:srgbClr val="EA580C"/>
                </a:solidFill>
              </a:rPr>
              <a:t>InsightX</a:t>
            </a:r>
            <a:endParaRPr lang="en-US" b="1" dirty="0">
              <a:solidFill>
                <a:srgbClr val="EA580C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Georgia"/>
              </a:defRPr>
            </a:pPr>
            <a:r>
              <a:rPr lang="en-US" sz="2800" dirty="0"/>
              <a:t>IDEA TITLE: </a:t>
            </a:r>
            <a:r>
              <a:rPr lang="en-US" sz="2800" dirty="0" err="1"/>
              <a:t>MetrologyLens</a:t>
            </a:r>
            <a:r>
              <a:rPr lang="en-US" sz="2800" dirty="0"/>
              <a:t> AI </a:t>
            </a:r>
            <a:br>
              <a:rPr lang="en-US" sz="2800" dirty="0"/>
            </a:br>
            <a:r>
              <a:rPr lang="en-US" sz="2800" dirty="0"/>
              <a:t>(LMPC Compliance System)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1" y="1143000"/>
            <a:ext cx="11875736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365D"/>
                </a:solidFill>
              </a:defRPr>
            </a:pPr>
            <a:r>
              <a:rPr lang="en-US" sz="2400" dirty="0"/>
              <a:t>❖Proposed Solution (Describe your Idea/Solution/Prototype) </a:t>
            </a:r>
          </a:p>
          <a:p>
            <a:pPr>
              <a:spcAft>
                <a:spcPts val="200"/>
              </a:spcAft>
              <a:defRPr sz="1300" b="1">
                <a:solidFill>
                  <a:srgbClr val="1B365D"/>
                </a:solidFill>
              </a:defRPr>
            </a:pPr>
            <a:br>
              <a:rPr lang="en-US" sz="2400" dirty="0"/>
            </a:br>
            <a:r>
              <a:rPr lang="en-US" sz="2400" dirty="0"/>
              <a:t>• Detailed explanation of the proposed solution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AI-powered mobile &amp; web platform for Legal Metrology officers &amp; </a:t>
            </a:r>
            <a:r>
              <a:rPr lang="en-US" sz="1400" dirty="0" err="1"/>
              <a:t>DoCA</a:t>
            </a:r>
            <a:r>
              <a:rPr lang="en-US" sz="1400" dirty="0"/>
              <a:t> inspectors.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Multi-Angle Label Capture: Ingests Front PDP, Back panel, and Batch/MRP stamps.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Multilingual OCR: Extracts </a:t>
            </a:r>
            <a:r>
              <a:rPr lang="en-US" sz="1400" dirty="0" err="1"/>
              <a:t>Mfg</a:t>
            </a:r>
            <a:r>
              <a:rPr lang="en-US" sz="1400" dirty="0"/>
              <a:t> address, MRP, Net Qty, dates, and helpline in English/Hindi.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Automated Rule Engine: Validates compliance under LMPC Rules, 2011 in &lt; 5 seconds.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1">
                <a:solidFill>
                  <a:srgbClr val="0D9488"/>
                </a:solidFill>
              </a:defRPr>
            </a:pPr>
            <a:r>
              <a:rPr lang="en-US" sz="2400" dirty="0"/>
              <a:t>• How it addresses the problem</a:t>
            </a:r>
            <a:endParaRPr lang="en-US" sz="1400" dirty="0"/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Speed &amp; Throughput: Reduces inspection time from 15 mins to &lt; 5 secs per SKU (10x boost).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Zero Human Oversight: Automatically catches non-standard units ('gm' vs 'g') and missing tax tags.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Centralized Enforcement: Real-time sync with </a:t>
            </a:r>
            <a:r>
              <a:rPr lang="en-US" sz="1400" dirty="0" err="1"/>
              <a:t>DoCA</a:t>
            </a:r>
            <a:r>
              <a:rPr lang="en-US" sz="1400" dirty="0"/>
              <a:t> portal for violation tracking &amp; heatmaps.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1">
                <a:solidFill>
                  <a:srgbClr val="EA580C"/>
                </a:solidFill>
              </a:defRPr>
            </a:pPr>
            <a:r>
              <a:rPr lang="en-US" sz="2400" dirty="0"/>
              <a:t>• Innovation and uniqueness of the solution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Pixel-to-mm Font Calibration: Computes physical font height (mm) under Rule 7/Sched. II.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Dual-Pricing &amp; Sticker Tamper AI: Detects illegal re-stickering over original MRP (Rule 18).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lang="en-US" sz="1400" dirty="0"/>
              <a:t>    – Instant Legal Notice: Auto-drafts court-admissible PDF notices citing LM Act 2009 sections.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990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EA580C"/>
                </a:solidFill>
              </a:rPr>
              <a:t>InsightX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416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EA580C"/>
                </a:solidFill>
              </a:rPr>
              <a:t>InsightX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7502</TotalTime>
  <Words>601</Words>
  <Application>Microsoft Office PowerPoint</Application>
  <PresentationFormat>Widescreen</PresentationFormat>
  <Paragraphs>70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TITLE: MetrologyLens AI  (LMPC Compliance System)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Parth Makwana</cp:lastModifiedBy>
  <cp:revision>149</cp:revision>
  <dcterms:created xsi:type="dcterms:W3CDTF">2013-12-12T18:46:50Z</dcterms:created>
  <dcterms:modified xsi:type="dcterms:W3CDTF">2026-08-24T13:17:37Z</dcterms:modified>
  <cp:category/>
</cp:coreProperties>
</file>